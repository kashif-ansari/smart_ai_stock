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8407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SmartStock AI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71484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AI-Powered Grocery Demand Forecasting &amp; Inventory Optimization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64435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518470"/>
            <a:ext cx="3053877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2713831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20–30%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3122513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lost to stockouts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518470"/>
            <a:ext cx="3053976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1601" y="2713831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Capital Waste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3122513"/>
            <a:ext cx="26632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Overstocking ties up cash and drives spoilage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111724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8717" y="4307086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Guesswork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4715768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Slow, inaccurate forecasting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Solution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33201" y="2674144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704091" y="270956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247449" y="2739033"/>
            <a:ext cx="2719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Ingest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247449" y="3223320"/>
            <a:ext cx="27192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Historical sales + calendar + promotions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02903" y="2674144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73793" y="270956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817151" y="2739033"/>
            <a:ext cx="27193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Predict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817151" y="3223320"/>
            <a:ext cx="27193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Chronos-2 AI forecasts demand 7 days ahead —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85%+ accuracy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633201" y="420618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4091" y="424160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247449" y="4271070"/>
            <a:ext cx="62890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Optimize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5247449" y="4755356"/>
            <a:ext cx="628902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Auto-recommends ideal inventory levels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044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It Works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830" y="1979116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4928848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4928848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Forecast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4928848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Analyze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4928848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Upload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578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Tech Stack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04455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013174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Engine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421856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Amazon Chronos-2 via Hugging Face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304455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3013174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421856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Flask REST API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81101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Frontend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219700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HTML / CSS / JS + Bootstrap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81101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Database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219700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SQLite + Pandas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46218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Live Demo: Top Predicted Products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926953"/>
            <a:ext cx="3053877" cy="1139924"/>
          </a:xfrm>
          <a:prstGeom prst="roundRect">
            <a:avLst>
              <a:gd name="adj" fmla="val 696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47767" y="3141365"/>
            <a:ext cx="26250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🥇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Milk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47767" y="3550047"/>
            <a:ext cx="26250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420 units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91% confidence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926953"/>
            <a:ext cx="3053976" cy="1139924"/>
          </a:xfrm>
          <a:prstGeom prst="roundRect">
            <a:avLst>
              <a:gd name="adj" fmla="val 696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90651" y="3141365"/>
            <a:ext cx="2625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🥈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Bread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90651" y="3550047"/>
            <a:ext cx="2625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385 units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88% confidence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255889"/>
            <a:ext cx="6296860" cy="1139924"/>
          </a:xfrm>
          <a:prstGeom prst="roundRect">
            <a:avLst>
              <a:gd name="adj" fmla="val 696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47767" y="4470301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🥉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Eggs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47767" y="4878983"/>
            <a:ext cx="586804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350 units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86% confidence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Smart Inventory in Action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32776" y="1993106"/>
            <a:ext cx="2507394" cy="1177429"/>
          </a:xfrm>
          <a:prstGeom prst="roundRect">
            <a:avLst>
              <a:gd name="adj" fmla="val 67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28133" y="2188468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-40%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528133" y="2672755"/>
            <a:ext cx="21166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Stockout reduction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9029176" y="1993106"/>
            <a:ext cx="2507394" cy="1177429"/>
          </a:xfrm>
          <a:prstGeom prst="roundRect">
            <a:avLst>
              <a:gd name="adj" fmla="val 67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24533" y="2188468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-35%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224533" y="2672755"/>
            <a:ext cx="21166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Waste reduction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Promotion Impact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Scenario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453779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20% discount on Milk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Sept 20–22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016052"/>
            <a:ext cx="5203794" cy="2540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30130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Recalculates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785592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Demand: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420 → 510 units (+21%)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61475" y="4347865"/>
            <a:ext cx="5203794" cy="2540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61475" y="463311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Inventory Adjusts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61475" y="5117405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Order quantity updates automatically — no manual intervention</a:t>
            </a:r>
            <a:endParaRPr lang="en-US" sz="14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776" y="1993106"/>
            <a:ext cx="5203794" cy="3745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338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Team &amp; Architecture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67234"/>
            <a:ext cx="1133645" cy="113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688233"/>
            <a:ext cx="257664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61475" y="3041154"/>
            <a:ext cx="257664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Unified overview &amp; reporting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442" y="1367234"/>
            <a:ext cx="1133744" cy="11337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442" y="2688332"/>
            <a:ext cx="257674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3425442" y="3041253"/>
            <a:ext cx="257674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Ingestion &amp; preprocessing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508" y="1367234"/>
            <a:ext cx="1133645" cy="11336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89508" y="2688233"/>
            <a:ext cx="257664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ML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6189508" y="3041154"/>
            <a:ext cx="257664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Chronos-2 forecasting engine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474" y="1367234"/>
            <a:ext cx="1133744" cy="11337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53474" y="2688332"/>
            <a:ext cx="257674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Ranking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8953474" y="3041253"/>
            <a:ext cx="257674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product prioritization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595688"/>
            <a:ext cx="1133645" cy="113367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4916686"/>
            <a:ext cx="257664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Inventory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661475" y="5269607"/>
            <a:ext cx="257664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Order recommendations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5442" y="3595688"/>
            <a:ext cx="1133744" cy="113377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425442" y="4916785"/>
            <a:ext cx="257674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Calendar</a:t>
            </a:r>
            <a:endParaRPr lang="en-US" sz="1650" dirty="0"/>
          </a:p>
        </p:txBody>
      </p:sp>
      <p:sp>
        <p:nvSpPr>
          <p:cNvPr id="20" name="Text 12"/>
          <p:cNvSpPr/>
          <p:nvPr/>
        </p:nvSpPr>
        <p:spPr>
          <a:xfrm>
            <a:off x="3425442" y="5269706"/>
            <a:ext cx="257674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Promotions &amp; events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661475" y="5692973"/>
            <a:ext cx="10868745" cy="623590"/>
          </a:xfrm>
          <a:prstGeom prst="roundRect">
            <a:avLst>
              <a:gd name="adj" fmla="val 11338"/>
            </a:avLst>
          </a:prstGeom>
          <a:solidFill>
            <a:srgbClr val="E1E1EA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746" y="5909171"/>
            <a:ext cx="210338" cy="16827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08355" y="5884962"/>
            <a:ext cx="1076317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Unified API contract — zero integration conflicts across all 6 modules.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17" y="479425"/>
            <a:ext cx="4424252" cy="5899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51458"/>
            <a:ext cx="6296860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Impact &amp; Next Steps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233360" y="1259780"/>
            <a:ext cx="6296860" cy="48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+15%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233360" y="1907480"/>
            <a:ext cx="6296860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Uplift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233360" y="2442666"/>
            <a:ext cx="6296860" cy="48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-40%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233360" y="3090366"/>
            <a:ext cx="6296860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Stockouts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233360" y="3625552"/>
            <a:ext cx="6296860" cy="48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-35%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5233360" y="4273252"/>
            <a:ext cx="6296860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Waste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233360" y="4808438"/>
            <a:ext cx="6296860" cy="48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2M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5233360" y="5456138"/>
            <a:ext cx="6296860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Transactions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233360" y="5755977"/>
            <a:ext cx="629686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85 products · 1 pilot store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928568" y="6096099"/>
            <a:ext cx="6906444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Next:</a:t>
            </a:r>
            <a:pPr algn="ctr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Multi-store SaaS platform rollout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2026-09-13T11:51:00Z</dcterms:created>
  <dcterms:modified xsi:type="dcterms:W3CDTF">2026-09-13T11:51:00Z</dcterms:modified>
</cp:coreProperties>
</file>